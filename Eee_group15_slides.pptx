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11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059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SMART HOME LIGHTING SYSTEM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Voice Control &amp; Motion Detection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0" y="2331720"/>
            <a:ext cx="2743200" cy="45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82663" y="2464549"/>
            <a:ext cx="3633537" cy="594360"/>
          </a:xfrm>
          <a:prstGeom prst="rect">
            <a:avLst/>
          </a:prstGeom>
          <a:solidFill>
            <a:srgbClr val="1E3A6E"/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en-US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15</a:t>
            </a:r>
          </a:p>
          <a:p>
            <a:pPr algn="ctr"/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 Members  |  ESP32 &amp; Blynk IoT Project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286000" y="24231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0" y="3100298"/>
            <a:ext cx="9144000" cy="204320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r>
              <a:rPr lang="en-US" sz="1400" dirty="0"/>
              <a:t>CYRIL OSAH MARTEY                       7329123</a:t>
            </a:r>
          </a:p>
          <a:p>
            <a:r>
              <a:rPr lang="en-US" sz="1400" dirty="0"/>
              <a:t>CUDJOE BLESS                                  7321323 </a:t>
            </a:r>
          </a:p>
          <a:p>
            <a:r>
              <a:rPr lang="en-US" sz="1400" dirty="0"/>
              <a:t>FRAIZER AKWASI CLEMENT           7324123</a:t>
            </a:r>
          </a:p>
          <a:p>
            <a:r>
              <a:rPr lang="en-US" sz="1400" dirty="0"/>
              <a:t>GUNAB EBENEZER                           7324923</a:t>
            </a:r>
          </a:p>
          <a:p>
            <a:r>
              <a:rPr lang="en-US" sz="1400" dirty="0"/>
              <a:t>BENARD FOSU MARFO                   7329023</a:t>
            </a:r>
          </a:p>
          <a:p>
            <a:r>
              <a:rPr lang="en-US" sz="1400" dirty="0"/>
              <a:t>NYAMEKYE BUSUMBRU                 7321123</a:t>
            </a:r>
          </a:p>
          <a:p>
            <a:r>
              <a:rPr lang="en-US" sz="1400" dirty="0"/>
              <a:t>GRACE SIKA KONADU                     7326823</a:t>
            </a:r>
          </a:p>
          <a:p>
            <a:r>
              <a:rPr lang="en-US" sz="1400" dirty="0"/>
              <a:t>MILLICENT DJABATEY                     7322423</a:t>
            </a:r>
          </a:p>
          <a:p>
            <a:r>
              <a:rPr lang="en-US" sz="1400" dirty="0"/>
              <a:t>JUANITA  DA PILMA                        7321523</a:t>
            </a:r>
          </a:p>
          <a:p>
            <a:endParaRPr lang="en-US" sz="1400" dirty="0"/>
          </a:p>
          <a:p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8C5ACE-9570-169B-3C28-55CE30CCA081}"/>
              </a:ext>
            </a:extLst>
          </p:cNvPr>
          <p:cNvSpPr txBox="1"/>
          <p:nvPr/>
        </p:nvSpPr>
        <p:spPr>
          <a:xfrm>
            <a:off x="0" y="0"/>
            <a:ext cx="9144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  <a:p>
            <a:pPr algn="ctr"/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| GROUP MEMBERS </a:t>
            </a:r>
          </a:p>
          <a:p>
            <a:pPr marL="342900" indent="-342900"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</a:t>
            </a:r>
          </a:p>
          <a:p>
            <a:pPr marL="342900" indent="-342900"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COMPONENTS USED</a:t>
            </a:r>
          </a:p>
          <a:p>
            <a:pPr marL="342900" indent="-342900"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WOKWI SIMULATION</a:t>
            </a:r>
          </a:p>
          <a:p>
            <a:pPr marL="342900" indent="-342900"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EXPLANATION | WOKWI SIMULATION</a:t>
            </a:r>
          </a:p>
          <a:p>
            <a:pPr marL="342900" indent="-342900"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IMPLEMENTATION </a:t>
            </a:r>
          </a:p>
          <a:p>
            <a:pPr marL="342900" indent="-342900"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EXPLANATION | PHYSICAL IMPLEMENTATION</a:t>
            </a:r>
          </a:p>
          <a:p>
            <a:pPr marL="342900" indent="-342900"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SYSTEM WORKS</a:t>
            </a:r>
          </a:p>
          <a:p>
            <a:pPr marL="342900" indent="-342900"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CHALLENGES AND SOLUTION </a:t>
            </a:r>
          </a:p>
          <a:p>
            <a:pPr marL="342900" indent="-342900"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DEMONSTRATION</a:t>
            </a:r>
          </a:p>
          <a:p>
            <a:pPr marL="342900" indent="-342900"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buAutoNum type="arabicPeriod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833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PROJECT OVERVIEW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4592" y="786865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IoT-based smart lighting system that automates home lighting using motion detection and enables remote voice control through the Blynk mobile app.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01168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6D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Control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 lights from anywhere via Blynk app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50592" y="160020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50592" y="1600200"/>
            <a:ext cx="201168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50592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50592" y="2423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6D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Motion Detection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42032" y="28803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PIR sensor auto-triggers LED on movement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26864" y="160020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26864" y="1600200"/>
            <a:ext cx="201168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26864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🎙️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26864" y="2423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6D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Voice Commands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18304" y="28803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Turn lights ON/OFF using Blynk voice widget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03136" y="160020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03136" y="1600200"/>
            <a:ext cx="201168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03136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📟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03136" y="2423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6D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LCD Display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94576" y="28803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status shown on 16x2 I2C LCD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0" y="4983479"/>
            <a:ext cx="914400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r>
              <a:rPr lang="en-US" dirty="0"/>
              <a:t>By: Cyril </a:t>
            </a:r>
            <a:r>
              <a:rPr lang="en-US" dirty="0" err="1"/>
              <a:t>Osah</a:t>
            </a:r>
            <a:r>
              <a:rPr lang="en-US" dirty="0"/>
              <a:t> Martey</a:t>
            </a:r>
          </a:p>
        </p:txBody>
      </p:sp>
      <p:sp>
        <p:nvSpPr>
          <p:cNvPr id="26" name="Text 24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Group 15 | Smart Home Lighting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TOOLS &amp; COMPONENTS USED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023360" cy="4114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ESP32 DOIT DevKit V1 — Microcontroller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HC-SR501 PIR Sensor — Motion Detection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16x2 I2C LCD Display (0x27) — Status Output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LED + 1k Ohm Resistor — Light Indicator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Breadboard &amp; Jumper Wires — Circuit Assembly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USB Cable — Power &amp; Programming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iPhone Hotspot — WiFi Connectivity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46320" y="777240"/>
            <a:ext cx="40233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777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PLATFORMS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37760" y="1261872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Arduino IDE 2.3.4 — Code Development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Wokwi Simulator — Online Simulation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Blynk IoT Platform — App &amp; Voice Control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LiquidCrystal_I2C Library — LCD Control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BlynkSimpleEsp32.h — WiFi + Blynk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WiFi.h / WiFiClient.h — Network Libraries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Wire.h — I2C Communication Protocol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0" cy="402336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5092967"/>
            <a:ext cx="914400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r>
              <a:rPr lang="en-US" dirty="0"/>
              <a:t>By: Sika Grace &amp; Millicent </a:t>
            </a:r>
            <a:r>
              <a:rPr lang="en-US" dirty="0" err="1"/>
              <a:t>Djabatey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Group 15 | Smart Home Lighting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WOKWI SIMULATION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is Wokwi?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Wokwi is a free online IoT simulator that allows microcontroller projects to be built and tested virtually before physical implementation.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2148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Simulated</a:t>
            </a:r>
            <a:r>
              <a:rPr lang="en-US" sz="1300" b="1" dirty="0">
                <a:solidFill>
                  <a:srgbClr val="0A1628"/>
                </a:solidFill>
              </a:rPr>
              <a:t>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5146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ESP32 DevKit V1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HC-SR501 PIR Sensor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16x2 I2C LCD Display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LED with resistor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Blynk Virtual Pins (V1)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356616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777240"/>
            <a:ext cx="42062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4297680"/>
            <a:ext cx="859536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2976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Result: All functions worked perfectly — Motion detection, LED control &amp; LCD display confirmed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0" y="498348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r>
              <a:rPr lang="en-US" dirty="0"/>
              <a:t>By: Clement Fraizer </a:t>
            </a:r>
          </a:p>
        </p:txBody>
      </p:sp>
      <p:sp>
        <p:nvSpPr>
          <p:cNvPr id="13" name="Text 11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Group 15 | Smart Home Lighting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82972A4-D7F6-45AD-D534-28B188C86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1" y="754380"/>
            <a:ext cx="42062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CODE EXPLANATION — SIMULATION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749808"/>
          </a:xfrm>
          <a:prstGeom prst="rect">
            <a:avLst/>
          </a:prstGeom>
          <a:solidFill>
            <a:srgbClr val="0F2044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13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Blynk Configuration (Lines 1-5)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[ #define BLYNK_TEMPLATE_ID / BLYNK_AUTH_TOKEN ]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Sets up the Blynk cloud template ID, name, and authentication token to identify the device on the Blynk server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18488"/>
            <a:ext cx="8595360" cy="749808"/>
          </a:xfrm>
          <a:prstGeom prst="rect">
            <a:avLst/>
          </a:prstGeom>
          <a:solidFill>
            <a:srgbClr val="0F2044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618488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6550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Library Imports &amp; Pin Setup (Lines 7-26)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18928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[ #include &lt;LiquidCrystal_I2C.h&gt; | ledPin=18, pirPin=13 ]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20756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Imports WiFi, Blynk, LCD libraries. Declares LED on GPIO18, PIR sensor on GPIO13, LCD at I2C address 0x27.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2459736"/>
            <a:ext cx="8595360" cy="749808"/>
          </a:xfrm>
          <a:prstGeom prst="rect">
            <a:avLst/>
          </a:prstGeom>
          <a:solidFill>
            <a:srgbClr val="0F2044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74320" y="2459736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4963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Setup Function (Lines 29-65)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27340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[ lcd.init() -&gt; WiFi.begin() -&gt; Blynk.begin() 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291693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Initialises LCD, connects to WiFi (Wokwi-GUEST for simulation), then connects to Blynk cloud server.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4320" y="3300984"/>
            <a:ext cx="8595360" cy="749808"/>
          </a:xfrm>
          <a:prstGeom prst="rect">
            <a:avLst/>
          </a:prstGeom>
          <a:solidFill>
            <a:srgbClr val="0F2044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300984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Voice Control Handler (Lines 68-74)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357530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[ BLYNK_WRITE(V1) { ledState = param.asInt(); } 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375818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Listens to Virtual Pin V1 from Blynk app. When switch toggled, reads value and turns LED ON/OFF accordingly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142232"/>
            <a:ext cx="8595360" cy="749808"/>
          </a:xfrm>
          <a:prstGeom prst="rect">
            <a:avLst/>
          </a:prstGeom>
          <a:solidFill>
            <a:srgbClr val="0F2044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4142232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178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5. Motion Detection Loop (Lines 76-110)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44165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[ digitalRead(pirPin) -&gt; HIGH -&gt; digitalWrite(ledPin, HIGH) 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45994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Reads PIR sensor every 100ms. On motion detected, turns LED ON, updates LCD, waits 10 seconds, then turns LED OFF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49088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r>
              <a:rPr lang="en-US" dirty="0"/>
              <a:t>By: Gunab Ebenezer</a:t>
            </a:r>
          </a:p>
        </p:txBody>
      </p:sp>
      <p:sp>
        <p:nvSpPr>
          <p:cNvPr id="30" name="Text 28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Group 15 | Smart Home Lighting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PHYSICAL IMPLEMENTATION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Connections: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LED -&gt; GPIO 18 (via 220 Ohm resistor)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PIR Sensor OUT -&gt; GPIO 13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PIR VCC -&gt; 5V | PIR GND -&gt; GND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LCD SDA -&gt; GPIO 21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LCD SCL -&gt; GPIO 22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LCD VCC -&gt; V5 (5V pin)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LCD GND -&gt; GND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37947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Differences from Simulation: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41605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WiFi: Wokwi-GUEST replaced with real hotspot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lcd.init() called twice for ESP32 stability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Wire.begin(21,22) explicitly declared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4023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777240"/>
            <a:ext cx="4206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r>
              <a:rPr lang="en-US" dirty="0"/>
              <a:t>By: Benard Fosu</a:t>
            </a:r>
          </a:p>
        </p:txBody>
      </p:sp>
      <p:sp>
        <p:nvSpPr>
          <p:cNvPr id="11" name="Text 9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Group 15 | Smart Home Lighting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F00E617-E4CC-9F47-D460-62BCF6B32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743449" y="685800"/>
            <a:ext cx="4046221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CODE EXPLANATION — PHYSICAL IMPLEMENTATION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8638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Fix 1: WiFi Credentials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X  WiFi.begin("Wokwi-GUEST", "", 6);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OK WiFi.begin(ssid, pass);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Wokwi guest network does not exist in real life. Real hotspot credentials stored in char ssid[] and pass[] are used instead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10512"/>
            <a:ext cx="859536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8470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Fix 2: LCD Double Initialisation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206654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X  lcd.init();  // called once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224942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EFA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OK lcd.init(); lcd.init();  // called twice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2450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ESP32 requires lcd.init() called twice to properly reset the I2C LCD and prevent garbage characters on startup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71216"/>
            <a:ext cx="859536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871216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9077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Fix 3: Motion Logic Bug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31272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X  if (motionState == HIGH &amp;&amp; !ledState)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331012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EFA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OK if (motionState == HIGH &amp;&amp; !motionDetected)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35112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Original code used ledState (voice control variable) which blocked motion detection. Fixed to use motionDetected flag.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4320" y="3931920"/>
            <a:ext cx="859536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931920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96849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Fix 4: 10-Second Auto OFF Logic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41879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X  else if (motionState==LOW &amp;&amp; motionDetected) { ... 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" y="43708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EFA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OK delay(10000); digitalWrite(ledPin,LOW); motionDetected=false;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Moved LED OFF inside the detection block after delay(10000) to guarantee auto shut-off after exactly 10 seconds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983479"/>
            <a:ext cx="9144000" cy="52698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r>
              <a:rPr lang="en-US" dirty="0"/>
              <a:t>By: Bless Cudjoe</a:t>
            </a:r>
          </a:p>
        </p:txBody>
      </p:sp>
      <p:sp>
        <p:nvSpPr>
          <p:cNvPr id="29" name="Text 27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A1628"/>
                </a:solidFill>
              </a:rPr>
              <a:t>Group 15 | Smart Home Lighting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HOW THE SYSTEM WORKS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88720" cy="118872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8288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ESP32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Boots Up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463040" y="1508760"/>
            <a:ext cx="256032" cy="0"/>
          </a:xfrm>
          <a:prstGeom prst="line">
            <a:avLst/>
          </a:prstGeom>
          <a:noFill/>
          <a:ln w="254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19072" y="914400"/>
            <a:ext cx="1188720" cy="11887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19072" y="9144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627632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Connect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Blynk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907792" y="1508760"/>
            <a:ext cx="256032" cy="0"/>
          </a:xfrm>
          <a:prstGeom prst="line">
            <a:avLst/>
          </a:prstGeom>
          <a:noFill/>
          <a:ln w="254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63824" y="914400"/>
            <a:ext cx="1188720" cy="1188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63824" y="9144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072384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Detected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52544" y="1508760"/>
            <a:ext cx="256032" cy="0"/>
          </a:xfrm>
          <a:prstGeom prst="line">
            <a:avLst/>
          </a:prstGeom>
          <a:noFill/>
          <a:ln w="254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08576" y="914400"/>
            <a:ext cx="1188720" cy="1188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08576" y="9144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 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17136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Light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Turns 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797296" y="1508760"/>
            <a:ext cx="256032" cy="0"/>
          </a:xfrm>
          <a:prstGeom prst="line">
            <a:avLst/>
          </a:prstGeom>
          <a:noFill/>
          <a:ln w="254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53328" y="923544"/>
            <a:ext cx="1188720" cy="11887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53328" y="9144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961888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Timer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242048" y="1508760"/>
            <a:ext cx="256032" cy="0"/>
          </a:xfrm>
          <a:prstGeom prst="line">
            <a:avLst/>
          </a:prstGeom>
          <a:noFill/>
          <a:ln w="254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98080" y="914400"/>
            <a:ext cx="1188720" cy="11887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98080" y="9144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40664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Light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 OFF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4320" y="2880360"/>
            <a:ext cx="8595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2880360"/>
            <a:ext cx="859536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29535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CONTROL PATH (Blynk App)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57200" y="336499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 opens Blynk App  -&gt;  Taps Switch Widget  -&gt;  Signal sent to ESP32 via WiFi  -&gt;  BLYNK_WRITE(V1) triggers  -&gt;  LED toggles ON/OFF instantly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0" y="4983480"/>
            <a:ext cx="9144000" cy="38260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r>
              <a:rPr lang="en-US" dirty="0"/>
              <a:t>By: Juanita Esinam</a:t>
            </a:r>
          </a:p>
        </p:txBody>
      </p:sp>
      <p:sp>
        <p:nvSpPr>
          <p:cNvPr id="33" name="Text 31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Group 15 | Smart Home Lighting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CHALLENGES &amp; SOLUTIONS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9264"/>
            <a:ext cx="530352" cy="53035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692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87552" y="87782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Problem: WiFi Connection Failure (Status Code 6)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87552" y="1207008"/>
            <a:ext cx="7680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Solution: Renamed hotspot to “Gunab” and enabled “Maximize Compatibility” on iPhone</a:t>
            </a: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975104"/>
            <a:ext cx="530352" cy="53035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97510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LCD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87552" y="188366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Problem: LCD Showing Garbage Characters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87552" y="2212848"/>
            <a:ext cx="7680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Solution: Called “</a:t>
            </a:r>
            <a:r>
              <a:rPr lang="en-US" sz="1400" dirty="0" err="1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lcd.init</a:t>
            </a: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()” twice</a:t>
            </a: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2816352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991051"/>
            <a:ext cx="530352" cy="53035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98094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87552" y="288950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Problem: LED Not Turning OFF After 10 Seconds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87552" y="3218688"/>
            <a:ext cx="7680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Solution: Fixed using “!</a:t>
            </a:r>
            <a:r>
              <a:rPr lang="en-US" sz="1400" dirty="0" err="1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motionDetected</a:t>
            </a: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” flag and placed LED OFF inside detection block</a:t>
            </a: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28600" y="3849624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3986784"/>
            <a:ext cx="530352" cy="53035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98678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7552" y="389534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Problem: Compilation exit status 1 Error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87552" y="4224528"/>
            <a:ext cx="7680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Solution: Enabled verbose output to reveal hidden error. Root cause was Wokwi WiFi credentials left unchanged for real hardware upload.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35661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r>
              <a:rPr lang="en-US" dirty="0"/>
              <a:t>By: Nyamekye </a:t>
            </a:r>
            <a:r>
              <a:rPr lang="en-US" dirty="0" err="1"/>
              <a:t>Busumbru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Group 15 | Smart Home Lighting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RESULTS &amp; DEMONSTRATION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1560" y="1005840"/>
            <a:ext cx="1188720" cy="11887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10058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2679192"/>
            <a:ext cx="18288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791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 Success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features verified on Wokwi: motion detection, voice control, LCD display, and auto shut-off all working perfectly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8229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822960"/>
            <a:ext cx="27432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931920" y="1005840"/>
            <a:ext cx="1188720" cy="118872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31920" y="10058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154680" y="2286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Build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11880" y="2679192"/>
            <a:ext cx="1828800" cy="2926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11880" y="26791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Fully Working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4612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ESP32 circuit assembled on breadboard. PIR sensor, LCD, LED all responding correctly to code after debugging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8229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35040" y="82296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12280" y="1005840"/>
            <a:ext cx="1188720" cy="1188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12280" y="10058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035040" y="2286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Blynk App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92240" y="2679192"/>
            <a:ext cx="18288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92240" y="26791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12648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Device visible online in Blynk. Voice/switch control on Virtual Pin V1 successfully toggles the LED remotely.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4297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r>
              <a:rPr lang="en-US" dirty="0"/>
              <a:t>By: The whole group</a:t>
            </a:r>
          </a:p>
        </p:txBody>
      </p:sp>
      <p:sp>
        <p:nvSpPr>
          <p:cNvPr id="31" name="Text 29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Group 15 | Smart Home Lighting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CONCLUSION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0" y="960120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project successfully demonstrated a fully functional Smart Home Lighting System using an ESP32 microcontroller, combining IoT cloud control with physical sensor automation.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41148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OK  Simulated and fully verified on Wokwi before physical build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487168"/>
            <a:ext cx="41148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487168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4871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OK  ESP32 programmed using Arduino IDE with multiple libraries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054096"/>
            <a:ext cx="41148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054096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05409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  PIR sensor automates lighting with precise 10-second timer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46320" y="1920240"/>
            <a:ext cx="41148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46320" y="1920240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19202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OK  Blynk app enables remote voice/switch control via WiFi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46320" y="2487168"/>
            <a:ext cx="41148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2487168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4871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OK  LCD provides real-time system status feedback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46320" y="3054096"/>
            <a:ext cx="41148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3054096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83480" y="305409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OK  All bugs systematically identified and resolved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Group 15 — Thank You!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36118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r>
              <a:rPr lang="en-US" dirty="0"/>
              <a:t>By: Cyril </a:t>
            </a:r>
            <a:r>
              <a:rPr lang="en-US" dirty="0" err="1"/>
              <a:t>Osah</a:t>
            </a:r>
            <a:r>
              <a:rPr lang="en-US" dirty="0"/>
              <a:t> Martey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1299</Words>
  <Application>Microsoft Office PowerPoint</Application>
  <PresentationFormat>On-screen Show (16:9)</PresentationFormat>
  <Paragraphs>199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Agency FB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Home Lighting System - Group 15</dc:title>
  <dc:subject>PptxGenJS Presentation</dc:subject>
  <dc:creator>PptxGenJS</dc:creator>
  <cp:lastModifiedBy>Ebenezer Gunab</cp:lastModifiedBy>
  <cp:revision>8</cp:revision>
  <dcterms:created xsi:type="dcterms:W3CDTF">2026-03-28T14:03:44Z</dcterms:created>
  <dcterms:modified xsi:type="dcterms:W3CDTF">2026-03-29T22:13:27Z</dcterms:modified>
</cp:coreProperties>
</file>